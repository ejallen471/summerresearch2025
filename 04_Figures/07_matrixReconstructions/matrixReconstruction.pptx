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2"/>
    <p:restoredTop sz="94713"/>
  </p:normalViewPr>
  <p:slideViewPr>
    <p:cSldViewPr snapToGrid="0">
      <p:cViewPr>
        <p:scale>
          <a:sx n="60" d="100"/>
          <a:sy n="60" d="100"/>
        </p:scale>
        <p:origin x="2000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77F5-5B09-73B0-8014-CAA9893E8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53EF2-F44C-A9E3-EA9D-5FACC6324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70523-7815-979C-77C7-F9ACEB31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02F6A-EE49-9560-6A76-28686D4CE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E50EC-DA28-7CEC-9510-6FB043A0A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05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6714-176D-4F33-A4E3-F3FC5D2B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B53EF-461E-93B8-46EA-D0CA8FB5B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0F76-0497-8E37-3A22-9C89737F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1328D-8EFD-2B54-E593-EBAB675F8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2A8B-D77F-FEF6-8294-0F1E4AD8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23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5122-7FCE-F2E4-2DD6-D09F59CC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4752C-FDDB-9245-E980-135CB4815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1BC72-5050-1089-CBE7-BAAE0F89F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475F6-C344-5E5D-D83D-E0C39E06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C40BA-7DB8-12C9-020F-9DC998A54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161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DB1E-9738-0B34-CC1C-513FAC63E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BEE12-E45A-010E-99FE-DF6376F87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3CE29-1499-0364-3E2E-893844D6D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0DB03-5DA0-0DBD-8F6F-FCE52564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064CF-6278-3084-8143-D5E0DC28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5F4F-8C74-4B48-2351-9E9754E6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10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662C-6150-4196-8146-C25B4EFCD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26FA4-7B92-E402-783E-DC5520C8D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717B2-0A72-3AB7-A586-DA7673944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82F344-F052-15E1-A91E-BBAFA3C6E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06856-815A-4CF5-FFBA-F8409706A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14EB7D-D1C9-8FE3-A89F-E7FC601C4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F8386-C7D9-8B93-2AA6-A6849370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FB15B-AF14-DBC6-C8E4-4C7486CF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174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8EE1F-B1EE-567B-9577-A4B14A75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97A55D-0D54-B815-F5E3-E58BB380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3C4DC-07CE-7D19-91F0-5D30A0B1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48B5F-959E-79DB-3702-E747DF15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649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246D6-0B85-05E2-0DF6-F0F2FFEE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B53B3-9739-7C34-ECA0-E658A750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88C55-1082-C7A5-A6EF-B405DB0C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34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BC4F-E85F-D451-6EEC-8F995E6A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B4406-B45E-239F-5635-66F143F8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82C15-E9E0-E1E2-6597-EB3AC4DDB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D6D7C-1F42-4434-BA11-9077C6849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E30D8-B48A-4A70-80EA-57669F11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B4F91-6BF2-633E-98F0-99567815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77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5CF47-497D-DC41-0380-1431F7DBD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F7E59-53D5-8182-02FA-3B16B6949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72E68-7250-5DF1-0C6E-5EBF85F4F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85B17-FB29-F44E-649A-1DF9FD93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CA2EE-B84D-A83C-07FB-BCCAFF821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FD1EC-740E-82F8-D336-EE561191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48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CEC7-4E31-566E-DA6F-F0631DD7E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D9F22-FD42-5674-2711-980EAE035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64193-C451-8442-E0E2-4DBAAF2F3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CD8D4-9DD2-6FA9-8E93-33F21E2E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AF83E-EE8E-2474-0769-2B391BA6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01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AC8F5-8409-D6FF-D359-62161880F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97E0E-CE4D-1C17-484D-D2DF9059B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4263-4129-3C8D-6381-716897CF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CD480-73DF-BF21-35CD-652704965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44F9-4E8B-509C-DC2C-A6E810D4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08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58FF06-3D3A-D2DB-2362-F2B40BB4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46B46-3A68-B480-5546-3C79CD569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733B9-78C3-E777-3367-B94797E6D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A748B-8EFE-BA4C-9EC2-ADB0216A8C6E}" type="datetimeFigureOut">
              <a:rPr lang="en-GB" smtClean="0"/>
              <a:t>05/08/2025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99ADA-0DBB-F809-AEE5-378C4D5FE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59DBD-4DA7-EE24-0AD6-197F43D96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DA78F-E04A-114E-8496-6F8A2156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92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ue and green squares&#10;&#10;AI-generated content may be incorrect.">
            <a:extLst>
              <a:ext uri="{FF2B5EF4-FFF2-40B4-BE49-F238E27FC236}">
                <a16:creationId xmlns:a16="http://schemas.microsoft.com/office/drawing/2014/main" id="{2CC1F0A7-C16A-EC67-84D8-9D89DBD9C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72" y="664475"/>
            <a:ext cx="11137565" cy="529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23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31B6-92C7-40B1-B9A9-3E916DCA3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8BE64BDC-9D42-173E-BD83-AE906D9CDD6B}"/>
              </a:ext>
            </a:extLst>
          </p:cNvPr>
          <p:cNvGrpSpPr/>
          <p:nvPr/>
        </p:nvGrpSpPr>
        <p:grpSpPr>
          <a:xfrm>
            <a:off x="441612" y="873776"/>
            <a:ext cx="11308775" cy="5155489"/>
            <a:chOff x="825487" y="1397352"/>
            <a:chExt cx="10345021" cy="4361961"/>
          </a:xfrm>
        </p:grpSpPr>
        <p:pic>
          <p:nvPicPr>
            <p:cNvPr id="19" name="Picture 18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AF33ACE-328D-EBC7-0E8A-583932758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21" t="7402" r="2401" b="5803"/>
            <a:stretch/>
          </p:blipFill>
          <p:spPr>
            <a:xfrm>
              <a:off x="1034179" y="1397352"/>
              <a:ext cx="10136329" cy="4139382"/>
            </a:xfrm>
            <a:prstGeom prst="rect">
              <a:avLst/>
            </a:prstGeom>
          </p:spPr>
        </p:pic>
        <p:pic>
          <p:nvPicPr>
            <p:cNvPr id="2" name="Picture 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DC64F985-338F-2E51-F266-6387C2265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1258938" y="5532328"/>
              <a:ext cx="203869" cy="173882"/>
            </a:xfrm>
            <a:prstGeom prst="rect">
              <a:avLst/>
            </a:prstGeom>
          </p:spPr>
        </p:pic>
        <p:pic>
          <p:nvPicPr>
            <p:cNvPr id="3" name="Picture 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CD8F927B-5682-ED26-01DE-7A605B23E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611" t="87437" r="83357" b="8382"/>
            <a:stretch/>
          </p:blipFill>
          <p:spPr>
            <a:xfrm rot="5400000">
              <a:off x="1710309" y="5519269"/>
              <a:ext cx="235630" cy="188546"/>
            </a:xfrm>
            <a:prstGeom prst="rect">
              <a:avLst/>
            </a:prstGeom>
          </p:spPr>
        </p:pic>
        <p:pic>
          <p:nvPicPr>
            <p:cNvPr id="4" name="Picture 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4E4A4DF2-C971-69FC-22C2-28620F21C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2137926" y="5527829"/>
              <a:ext cx="254000" cy="203201"/>
            </a:xfrm>
            <a:prstGeom prst="rect">
              <a:avLst/>
            </a:prstGeom>
          </p:spPr>
        </p:pic>
        <p:pic>
          <p:nvPicPr>
            <p:cNvPr id="14" name="Picture 1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627BE4CC-263F-FCBC-74B7-D967AF6FE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697" t="87601" r="59846" b="9621"/>
            <a:stretch/>
          </p:blipFill>
          <p:spPr>
            <a:xfrm rot="5400000">
              <a:off x="2659305" y="5569604"/>
              <a:ext cx="191001" cy="125263"/>
            </a:xfrm>
            <a:prstGeom prst="rect">
              <a:avLst/>
            </a:prstGeom>
          </p:spPr>
        </p:pic>
        <p:pic>
          <p:nvPicPr>
            <p:cNvPr id="16" name="Picture 1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140316F0-1828-12C3-0D77-EC6B1BB8D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8184" b="8381"/>
            <a:stretch/>
          </p:blipFill>
          <p:spPr>
            <a:xfrm rot="5400000">
              <a:off x="3539694" y="5486724"/>
              <a:ext cx="293480" cy="188545"/>
            </a:xfrm>
            <a:prstGeom prst="rect">
              <a:avLst/>
            </a:prstGeom>
          </p:spPr>
        </p:pic>
        <p:pic>
          <p:nvPicPr>
            <p:cNvPr id="18" name="Picture 1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2D6FD084-B6BB-FAC2-27B8-3F2E60D2A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767" t="87112" r="36201" b="8381"/>
            <a:stretch/>
          </p:blipFill>
          <p:spPr>
            <a:xfrm rot="5400000">
              <a:off x="3082110" y="5511919"/>
              <a:ext cx="235630" cy="203202"/>
            </a:xfrm>
            <a:prstGeom prst="rect">
              <a:avLst/>
            </a:prstGeom>
          </p:spPr>
        </p:pic>
        <p:pic>
          <p:nvPicPr>
            <p:cNvPr id="20" name="Picture 1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FFF6067B-5AF6-CF25-FE07-1ED1117A5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99" t="86762" r="24568" b="8381"/>
            <a:stretch/>
          </p:blipFill>
          <p:spPr>
            <a:xfrm rot="5400000">
              <a:off x="4031819" y="5504019"/>
              <a:ext cx="227946" cy="219003"/>
            </a:xfrm>
            <a:prstGeom prst="rect">
              <a:avLst/>
            </a:prstGeom>
          </p:spPr>
        </p:pic>
        <p:pic>
          <p:nvPicPr>
            <p:cNvPr id="22" name="Picture 2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C5EA5D1D-A92C-2ACD-504E-25094145F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124" t="87112" r="12943" b="8381"/>
            <a:stretch/>
          </p:blipFill>
          <p:spPr>
            <a:xfrm rot="5400000">
              <a:off x="4449689" y="5511920"/>
              <a:ext cx="227947" cy="203200"/>
            </a:xfrm>
            <a:prstGeom prst="rect">
              <a:avLst/>
            </a:prstGeom>
          </p:spPr>
        </p:pic>
        <p:pic>
          <p:nvPicPr>
            <p:cNvPr id="23" name="Picture 2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64DE4AE8-DE5E-AD75-0A96-02FD3353B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4936525" y="5535237"/>
              <a:ext cx="227947" cy="208693"/>
            </a:xfrm>
            <a:prstGeom prst="rect">
              <a:avLst/>
            </a:prstGeom>
          </p:spPr>
        </p:pic>
        <p:pic>
          <p:nvPicPr>
            <p:cNvPr id="24" name="Picture 2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29B02EFE-502E-46ED-0455-CCD4C2471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5815714" y="5535211"/>
              <a:ext cx="203869" cy="173882"/>
            </a:xfrm>
            <a:prstGeom prst="rect">
              <a:avLst/>
            </a:prstGeom>
          </p:spPr>
        </p:pic>
        <p:pic>
          <p:nvPicPr>
            <p:cNvPr id="25" name="Picture 24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A54B1CC0-4381-9EDA-0853-36530FB7A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611" t="87437" r="83357" b="8382"/>
            <a:stretch/>
          </p:blipFill>
          <p:spPr>
            <a:xfrm rot="5400000">
              <a:off x="6267085" y="5522152"/>
              <a:ext cx="235630" cy="188546"/>
            </a:xfrm>
            <a:prstGeom prst="rect">
              <a:avLst/>
            </a:prstGeom>
          </p:spPr>
        </p:pic>
        <p:pic>
          <p:nvPicPr>
            <p:cNvPr id="26" name="Picture 2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89C8277-14FD-AA16-7097-A5076BF47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6694702" y="5530712"/>
              <a:ext cx="254000" cy="203201"/>
            </a:xfrm>
            <a:prstGeom prst="rect">
              <a:avLst/>
            </a:prstGeom>
          </p:spPr>
        </p:pic>
        <p:pic>
          <p:nvPicPr>
            <p:cNvPr id="27" name="Picture 26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1AE284BE-1E81-4953-1267-CB5E10F79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697" t="87601" r="59846" b="9621"/>
            <a:stretch/>
          </p:blipFill>
          <p:spPr>
            <a:xfrm rot="5400000">
              <a:off x="7216081" y="5572487"/>
              <a:ext cx="191001" cy="125263"/>
            </a:xfrm>
            <a:prstGeom prst="rect">
              <a:avLst/>
            </a:prstGeom>
          </p:spPr>
        </p:pic>
        <p:pic>
          <p:nvPicPr>
            <p:cNvPr id="28" name="Picture 2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0DDC4371-E678-31E1-B643-5729ECF1A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8184" b="8381"/>
            <a:stretch/>
          </p:blipFill>
          <p:spPr>
            <a:xfrm rot="5400000">
              <a:off x="8096470" y="5489607"/>
              <a:ext cx="293480" cy="188545"/>
            </a:xfrm>
            <a:prstGeom prst="rect">
              <a:avLst/>
            </a:prstGeom>
          </p:spPr>
        </p:pic>
        <p:pic>
          <p:nvPicPr>
            <p:cNvPr id="29" name="Picture 28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C1790A1C-6736-3E12-9F85-693136599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767" t="87112" r="36201" b="8381"/>
            <a:stretch/>
          </p:blipFill>
          <p:spPr>
            <a:xfrm rot="5400000">
              <a:off x="7638886" y="5514802"/>
              <a:ext cx="235630" cy="203202"/>
            </a:xfrm>
            <a:prstGeom prst="rect">
              <a:avLst/>
            </a:prstGeom>
          </p:spPr>
        </p:pic>
        <p:pic>
          <p:nvPicPr>
            <p:cNvPr id="30" name="Picture 2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5810A7C9-66D7-1AE0-D57D-2CAD7D9F5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99" t="86762" r="24568" b="8381"/>
            <a:stretch/>
          </p:blipFill>
          <p:spPr>
            <a:xfrm rot="5400000">
              <a:off x="8588595" y="5506902"/>
              <a:ext cx="227946" cy="219003"/>
            </a:xfrm>
            <a:prstGeom prst="rect">
              <a:avLst/>
            </a:prstGeom>
          </p:spPr>
        </p:pic>
        <p:pic>
          <p:nvPicPr>
            <p:cNvPr id="31" name="Picture 30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98590CCA-8356-3509-5DEC-2A2073E38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124" t="87112" r="12943" b="8381"/>
            <a:stretch/>
          </p:blipFill>
          <p:spPr>
            <a:xfrm rot="5400000">
              <a:off x="9006465" y="5514803"/>
              <a:ext cx="227947" cy="203200"/>
            </a:xfrm>
            <a:prstGeom prst="rect">
              <a:avLst/>
            </a:prstGeom>
          </p:spPr>
        </p:pic>
        <p:pic>
          <p:nvPicPr>
            <p:cNvPr id="32" name="Picture 3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60798CCD-D0F1-4B24-9A26-EE3A4CADB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9493301" y="5538120"/>
              <a:ext cx="227947" cy="208693"/>
            </a:xfrm>
            <a:prstGeom prst="rect">
              <a:avLst/>
            </a:prstGeom>
          </p:spPr>
        </p:pic>
        <p:pic>
          <p:nvPicPr>
            <p:cNvPr id="33" name="Picture 3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B59A8435-987C-B108-A086-DA45BB6B7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904202" y="5182402"/>
              <a:ext cx="203869" cy="173882"/>
            </a:xfrm>
            <a:prstGeom prst="rect">
              <a:avLst/>
            </a:prstGeom>
          </p:spPr>
        </p:pic>
        <p:pic>
          <p:nvPicPr>
            <p:cNvPr id="34" name="Picture 3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16A2172B-9F30-04D6-101A-BD73F3ADD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867" t="87112" r="82479" b="8382"/>
            <a:stretch/>
          </p:blipFill>
          <p:spPr>
            <a:xfrm rot="5400000">
              <a:off x="800915" y="4747086"/>
              <a:ext cx="361740" cy="203200"/>
            </a:xfrm>
            <a:prstGeom prst="rect">
              <a:avLst/>
            </a:prstGeom>
          </p:spPr>
        </p:pic>
        <p:pic>
          <p:nvPicPr>
            <p:cNvPr id="35" name="Picture 34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E736A79-0B40-7A17-EAA0-BD63DA30E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842417" y="4282460"/>
              <a:ext cx="254000" cy="203201"/>
            </a:xfrm>
            <a:prstGeom prst="rect">
              <a:avLst/>
            </a:prstGeom>
          </p:spPr>
        </p:pic>
        <p:pic>
          <p:nvPicPr>
            <p:cNvPr id="36" name="Picture 3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8E382C54-FDEF-56B7-729A-5D965B3A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288" t="87112" r="59335" b="8381"/>
            <a:stretch/>
          </p:blipFill>
          <p:spPr>
            <a:xfrm rot="5400000">
              <a:off x="845582" y="3836007"/>
              <a:ext cx="262466" cy="203201"/>
            </a:xfrm>
            <a:prstGeom prst="rect">
              <a:avLst/>
            </a:prstGeom>
          </p:spPr>
        </p:pic>
        <p:pic>
          <p:nvPicPr>
            <p:cNvPr id="37" name="Picture 36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66AD366E-5A92-2FA4-47D7-5E4AE10D7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7570" b="8381"/>
            <a:stretch/>
          </p:blipFill>
          <p:spPr>
            <a:xfrm rot="5400000">
              <a:off x="814216" y="2986730"/>
              <a:ext cx="337804" cy="188543"/>
            </a:xfrm>
            <a:prstGeom prst="rect">
              <a:avLst/>
            </a:prstGeom>
          </p:spPr>
        </p:pic>
        <p:pic>
          <p:nvPicPr>
            <p:cNvPr id="38" name="Picture 3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1A85EFBF-3A56-2350-74E7-D0F4C0C70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619" t="87112" r="35370" b="8381"/>
            <a:stretch/>
          </p:blipFill>
          <p:spPr>
            <a:xfrm rot="5400000">
              <a:off x="774684" y="3407699"/>
              <a:ext cx="389467" cy="203201"/>
            </a:xfrm>
            <a:prstGeom prst="rect">
              <a:avLst/>
            </a:prstGeom>
          </p:spPr>
        </p:pic>
        <p:pic>
          <p:nvPicPr>
            <p:cNvPr id="39" name="Picture 38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374EFC83-FB43-8190-ABFD-A8E4E8B73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1656" t="87112" r="23551" b="8381"/>
            <a:stretch/>
          </p:blipFill>
          <p:spPr>
            <a:xfrm rot="5400000">
              <a:off x="783151" y="2559570"/>
              <a:ext cx="372533" cy="203201"/>
            </a:xfrm>
            <a:prstGeom prst="rect">
              <a:avLst/>
            </a:prstGeom>
          </p:spPr>
        </p:pic>
        <p:pic>
          <p:nvPicPr>
            <p:cNvPr id="40" name="Picture 3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5AA4DFD8-948E-60D9-1C01-62A8680B2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47" t="87112" r="12223" b="8381"/>
            <a:stretch/>
          </p:blipFill>
          <p:spPr>
            <a:xfrm rot="5400000">
              <a:off x="812784" y="2147254"/>
              <a:ext cx="313266" cy="203201"/>
            </a:xfrm>
            <a:prstGeom prst="rect">
              <a:avLst/>
            </a:prstGeom>
          </p:spPr>
        </p:pic>
        <p:pic>
          <p:nvPicPr>
            <p:cNvPr id="41" name="Picture 40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6FC04B26-2353-E960-0CB0-E60330E45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815860" y="1745657"/>
              <a:ext cx="227947" cy="208693"/>
            </a:xfrm>
            <a:prstGeom prst="rect">
              <a:avLst/>
            </a:prstGeom>
          </p:spPr>
        </p:pic>
        <p:pic>
          <p:nvPicPr>
            <p:cNvPr id="42" name="Picture 4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4F1B7C8F-2BEE-96E8-DC34-0F01CA700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5507223" y="5156673"/>
              <a:ext cx="203869" cy="173882"/>
            </a:xfrm>
            <a:prstGeom prst="rect">
              <a:avLst/>
            </a:prstGeom>
          </p:spPr>
        </p:pic>
        <p:pic>
          <p:nvPicPr>
            <p:cNvPr id="43" name="Picture 4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8F898CC5-6F91-C099-910D-B1A79C014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867" t="87112" r="82479" b="8382"/>
            <a:stretch/>
          </p:blipFill>
          <p:spPr>
            <a:xfrm rot="5400000">
              <a:off x="5403936" y="4721357"/>
              <a:ext cx="361740" cy="203200"/>
            </a:xfrm>
            <a:prstGeom prst="rect">
              <a:avLst/>
            </a:prstGeom>
          </p:spPr>
        </p:pic>
        <p:pic>
          <p:nvPicPr>
            <p:cNvPr id="44" name="Picture 4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474A6F91-EBC1-8038-C703-127975894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5445438" y="4256731"/>
              <a:ext cx="254000" cy="203201"/>
            </a:xfrm>
            <a:prstGeom prst="rect">
              <a:avLst/>
            </a:prstGeom>
          </p:spPr>
        </p:pic>
        <p:pic>
          <p:nvPicPr>
            <p:cNvPr id="45" name="Picture 44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C309CE26-1F41-8DDD-D6F4-4B073ECF1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288" t="87112" r="59335" b="8381"/>
            <a:stretch/>
          </p:blipFill>
          <p:spPr>
            <a:xfrm rot="5400000">
              <a:off x="5448603" y="3810278"/>
              <a:ext cx="262466" cy="203201"/>
            </a:xfrm>
            <a:prstGeom prst="rect">
              <a:avLst/>
            </a:prstGeom>
          </p:spPr>
        </p:pic>
        <p:pic>
          <p:nvPicPr>
            <p:cNvPr id="46" name="Picture 4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1EA8B0B9-31D9-074F-7494-B644A7C87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7570" b="8381"/>
            <a:stretch/>
          </p:blipFill>
          <p:spPr>
            <a:xfrm rot="5400000">
              <a:off x="5417237" y="2961001"/>
              <a:ext cx="337804" cy="188543"/>
            </a:xfrm>
            <a:prstGeom prst="rect">
              <a:avLst/>
            </a:prstGeom>
          </p:spPr>
        </p:pic>
        <p:pic>
          <p:nvPicPr>
            <p:cNvPr id="47" name="Picture 46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102EA1EB-6804-5EBA-3940-62C1A1D7D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619" t="87112" r="35370" b="8381"/>
            <a:stretch/>
          </p:blipFill>
          <p:spPr>
            <a:xfrm rot="5400000">
              <a:off x="5377705" y="3381970"/>
              <a:ext cx="389467" cy="203201"/>
            </a:xfrm>
            <a:prstGeom prst="rect">
              <a:avLst/>
            </a:prstGeom>
          </p:spPr>
        </p:pic>
        <p:pic>
          <p:nvPicPr>
            <p:cNvPr id="48" name="Picture 4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0F4507DE-EB32-334B-B1BB-E98318B55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1656" t="87112" r="23551" b="8381"/>
            <a:stretch/>
          </p:blipFill>
          <p:spPr>
            <a:xfrm rot="5400000">
              <a:off x="5386172" y="2533841"/>
              <a:ext cx="372533" cy="203201"/>
            </a:xfrm>
            <a:prstGeom prst="rect">
              <a:avLst/>
            </a:prstGeom>
          </p:spPr>
        </p:pic>
        <p:pic>
          <p:nvPicPr>
            <p:cNvPr id="49" name="Picture 48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9AF12CBB-A604-FF37-1CD7-4B22FFDBA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47" t="87112" r="12223" b="8381"/>
            <a:stretch/>
          </p:blipFill>
          <p:spPr>
            <a:xfrm rot="5400000">
              <a:off x="5415805" y="2121525"/>
              <a:ext cx="313266" cy="203201"/>
            </a:xfrm>
            <a:prstGeom prst="rect">
              <a:avLst/>
            </a:prstGeom>
          </p:spPr>
        </p:pic>
        <p:pic>
          <p:nvPicPr>
            <p:cNvPr id="50" name="Picture 4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3F2BCEE-83B9-0B09-0D6C-FF15ACCEA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5418881" y="1719928"/>
              <a:ext cx="227947" cy="208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605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97D8-C271-180D-4F85-0B88968F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36122487-ED06-A8F6-BE16-EAC7D320E92F}"/>
              </a:ext>
            </a:extLst>
          </p:cNvPr>
          <p:cNvGrpSpPr/>
          <p:nvPr/>
        </p:nvGrpSpPr>
        <p:grpSpPr>
          <a:xfrm>
            <a:off x="385974" y="750771"/>
            <a:ext cx="11215475" cy="5135678"/>
            <a:chOff x="983819" y="518992"/>
            <a:chExt cx="10705674" cy="4729882"/>
          </a:xfrm>
        </p:grpSpPr>
        <p:pic>
          <p:nvPicPr>
            <p:cNvPr id="21" name="Picture 20" descr="A yellow and blue squares&#10;&#10;AI-generated content may be incorrect.">
              <a:extLst>
                <a:ext uri="{FF2B5EF4-FFF2-40B4-BE49-F238E27FC236}">
                  <a16:creationId xmlns:a16="http://schemas.microsoft.com/office/drawing/2014/main" id="{7A3B7AE1-BDF7-6F46-7CAF-41252B5CB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43" t="5093" r="2260" b="4314"/>
            <a:stretch/>
          </p:blipFill>
          <p:spPr>
            <a:xfrm>
              <a:off x="1350409" y="518992"/>
              <a:ext cx="10339084" cy="4411354"/>
            </a:xfrm>
            <a:prstGeom prst="rect">
              <a:avLst/>
            </a:prstGeom>
          </p:spPr>
        </p:pic>
        <p:pic>
          <p:nvPicPr>
            <p:cNvPr id="2" name="Picture 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2D5ACA1-A46A-73F1-807B-9EC52A690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1507940" y="5009867"/>
              <a:ext cx="203869" cy="173882"/>
            </a:xfrm>
            <a:prstGeom prst="rect">
              <a:avLst/>
            </a:prstGeom>
          </p:spPr>
        </p:pic>
        <p:pic>
          <p:nvPicPr>
            <p:cNvPr id="3" name="Picture 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60BE6841-AF4C-9A88-5973-0AB865089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611" t="87437" r="83357" b="8382"/>
            <a:stretch/>
          </p:blipFill>
          <p:spPr>
            <a:xfrm rot="5400000">
              <a:off x="1984835" y="4986654"/>
              <a:ext cx="235630" cy="188546"/>
            </a:xfrm>
            <a:prstGeom prst="rect">
              <a:avLst/>
            </a:prstGeom>
          </p:spPr>
        </p:pic>
        <p:pic>
          <p:nvPicPr>
            <p:cNvPr id="4" name="Picture 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135E0774-A030-C47C-253A-2EAFE3AED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2442814" y="5011245"/>
              <a:ext cx="254000" cy="203201"/>
            </a:xfrm>
            <a:prstGeom prst="rect">
              <a:avLst/>
            </a:prstGeom>
          </p:spPr>
        </p:pic>
        <p:pic>
          <p:nvPicPr>
            <p:cNvPr id="14" name="Picture 1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2C9F4F47-B8D9-652A-6A91-5A5F4A885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697" t="87601" r="59846" b="9621"/>
            <a:stretch/>
          </p:blipFill>
          <p:spPr>
            <a:xfrm rot="5400000">
              <a:off x="2943509" y="5045087"/>
              <a:ext cx="191001" cy="125263"/>
            </a:xfrm>
            <a:prstGeom prst="rect">
              <a:avLst/>
            </a:prstGeom>
          </p:spPr>
        </p:pic>
        <p:pic>
          <p:nvPicPr>
            <p:cNvPr id="16" name="Picture 1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98CD74BD-4B37-D426-68A5-C85C830B8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8184" b="8381"/>
            <a:stretch/>
          </p:blipFill>
          <p:spPr>
            <a:xfrm rot="5400000">
              <a:off x="3868900" y="4951336"/>
              <a:ext cx="293480" cy="188545"/>
            </a:xfrm>
            <a:prstGeom prst="rect">
              <a:avLst/>
            </a:prstGeom>
          </p:spPr>
        </p:pic>
        <p:pic>
          <p:nvPicPr>
            <p:cNvPr id="18" name="Picture 1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D3ACE298-EBFA-DBE5-8B2A-F6FF4B62C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767" t="87112" r="36201" b="8381"/>
            <a:stretch/>
          </p:blipFill>
          <p:spPr>
            <a:xfrm rot="5400000">
              <a:off x="3390390" y="5002059"/>
              <a:ext cx="235630" cy="203202"/>
            </a:xfrm>
            <a:prstGeom prst="rect">
              <a:avLst/>
            </a:prstGeom>
          </p:spPr>
        </p:pic>
        <p:pic>
          <p:nvPicPr>
            <p:cNvPr id="20" name="Picture 1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0C6EC198-A5CB-0115-7148-D0C0301F9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99" t="86762" r="24568" b="8381"/>
            <a:stretch/>
          </p:blipFill>
          <p:spPr>
            <a:xfrm rot="5400000">
              <a:off x="4347123" y="4979745"/>
              <a:ext cx="227946" cy="219003"/>
            </a:xfrm>
            <a:prstGeom prst="rect">
              <a:avLst/>
            </a:prstGeom>
          </p:spPr>
        </p:pic>
        <p:pic>
          <p:nvPicPr>
            <p:cNvPr id="22" name="Picture 2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4A8D1DF6-623F-4D38-971C-3D3A21BED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124" t="87112" r="12943" b="8381"/>
            <a:stretch/>
          </p:blipFill>
          <p:spPr>
            <a:xfrm rot="5400000">
              <a:off x="4833387" y="4979327"/>
              <a:ext cx="227947" cy="203200"/>
            </a:xfrm>
            <a:prstGeom prst="rect">
              <a:avLst/>
            </a:prstGeom>
          </p:spPr>
        </p:pic>
        <p:pic>
          <p:nvPicPr>
            <p:cNvPr id="23" name="Picture 2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A3F9193-86DB-9FD8-1ACE-D8038B6EE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5269696" y="5008498"/>
              <a:ext cx="227947" cy="208693"/>
            </a:xfrm>
            <a:prstGeom prst="rect">
              <a:avLst/>
            </a:prstGeom>
          </p:spPr>
        </p:pic>
        <p:pic>
          <p:nvPicPr>
            <p:cNvPr id="24" name="Picture 2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C4D8A83-735C-003C-1E4A-742ACA259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1067025" y="4598635"/>
              <a:ext cx="203869" cy="173882"/>
            </a:xfrm>
            <a:prstGeom prst="rect">
              <a:avLst/>
            </a:prstGeom>
          </p:spPr>
        </p:pic>
        <p:pic>
          <p:nvPicPr>
            <p:cNvPr id="25" name="Picture 24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36AF2A03-835E-1EDB-2EA6-660387F5F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867" t="87112" r="82479" b="8382"/>
            <a:stretch/>
          </p:blipFill>
          <p:spPr>
            <a:xfrm rot="5400000">
              <a:off x="951808" y="4079575"/>
              <a:ext cx="361740" cy="203200"/>
            </a:xfrm>
            <a:prstGeom prst="rect">
              <a:avLst/>
            </a:prstGeom>
          </p:spPr>
        </p:pic>
        <p:pic>
          <p:nvPicPr>
            <p:cNvPr id="26" name="Picture 2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849A41F-3535-277B-3B18-4809DD887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991166" y="3623239"/>
              <a:ext cx="254000" cy="203201"/>
            </a:xfrm>
            <a:prstGeom prst="rect">
              <a:avLst/>
            </a:prstGeom>
          </p:spPr>
        </p:pic>
        <p:pic>
          <p:nvPicPr>
            <p:cNvPr id="27" name="Picture 26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0E07FD46-A611-C585-B8EF-69EB0C059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288" t="87112" r="59335" b="8381"/>
            <a:stretch/>
          </p:blipFill>
          <p:spPr>
            <a:xfrm rot="5400000">
              <a:off x="986932" y="3114036"/>
              <a:ext cx="262466" cy="203201"/>
            </a:xfrm>
            <a:prstGeom prst="rect">
              <a:avLst/>
            </a:prstGeom>
          </p:spPr>
        </p:pic>
        <p:pic>
          <p:nvPicPr>
            <p:cNvPr id="28" name="Picture 2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40F012E7-A9D7-0F2F-3E26-528BC686B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7570" b="8381"/>
            <a:stretch/>
          </p:blipFill>
          <p:spPr>
            <a:xfrm rot="5400000">
              <a:off x="963180" y="2186985"/>
              <a:ext cx="337804" cy="188543"/>
            </a:xfrm>
            <a:prstGeom prst="rect">
              <a:avLst/>
            </a:prstGeom>
          </p:spPr>
        </p:pic>
        <p:pic>
          <p:nvPicPr>
            <p:cNvPr id="29" name="Picture 28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B521A5E7-2E94-AEE2-80E5-EB9A69EF0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619" t="87112" r="35370" b="8381"/>
            <a:stretch/>
          </p:blipFill>
          <p:spPr>
            <a:xfrm rot="5400000">
              <a:off x="923431" y="2654089"/>
              <a:ext cx="389467" cy="203201"/>
            </a:xfrm>
            <a:prstGeom prst="rect">
              <a:avLst/>
            </a:prstGeom>
          </p:spPr>
        </p:pic>
        <p:pic>
          <p:nvPicPr>
            <p:cNvPr id="30" name="Picture 2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DE35C7B-692E-3917-82D0-FECC9E5EC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1656" t="87112" r="23551" b="8381"/>
            <a:stretch/>
          </p:blipFill>
          <p:spPr>
            <a:xfrm rot="5400000">
              <a:off x="945817" y="1707672"/>
              <a:ext cx="372533" cy="203201"/>
            </a:xfrm>
            <a:prstGeom prst="rect">
              <a:avLst/>
            </a:prstGeom>
          </p:spPr>
        </p:pic>
        <p:pic>
          <p:nvPicPr>
            <p:cNvPr id="31" name="Picture 30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F02C403-B321-28AE-C1CC-54C28410D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47" t="87112" r="12223" b="8381"/>
            <a:stretch/>
          </p:blipFill>
          <p:spPr>
            <a:xfrm rot="5400000">
              <a:off x="968232" y="1258067"/>
              <a:ext cx="313266" cy="203201"/>
            </a:xfrm>
            <a:prstGeom prst="rect">
              <a:avLst/>
            </a:prstGeom>
          </p:spPr>
        </p:pic>
        <p:pic>
          <p:nvPicPr>
            <p:cNvPr id="32" name="Picture 3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F3612B50-8238-9E5B-7ABD-B44D5A2D5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974192" y="779088"/>
              <a:ext cx="227947" cy="208693"/>
            </a:xfrm>
            <a:prstGeom prst="rect">
              <a:avLst/>
            </a:prstGeom>
          </p:spPr>
        </p:pic>
        <p:pic>
          <p:nvPicPr>
            <p:cNvPr id="33" name="Picture 3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B73DB70-DB29-618F-336F-CA7DF6604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5769910" y="4667898"/>
              <a:ext cx="203869" cy="173882"/>
            </a:xfrm>
            <a:prstGeom prst="rect">
              <a:avLst/>
            </a:prstGeom>
          </p:spPr>
        </p:pic>
        <p:pic>
          <p:nvPicPr>
            <p:cNvPr id="34" name="Picture 3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06E8C015-A4CD-4072-342A-5AB6144CD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867" t="87112" r="82479" b="8382"/>
            <a:stretch/>
          </p:blipFill>
          <p:spPr>
            <a:xfrm rot="5400000">
              <a:off x="5654693" y="4148838"/>
              <a:ext cx="361740" cy="203200"/>
            </a:xfrm>
            <a:prstGeom prst="rect">
              <a:avLst/>
            </a:prstGeom>
          </p:spPr>
        </p:pic>
        <p:pic>
          <p:nvPicPr>
            <p:cNvPr id="35" name="Picture 34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FC825BE0-027A-27C2-F5C2-ADBBBB614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5694051" y="3692502"/>
              <a:ext cx="254000" cy="203201"/>
            </a:xfrm>
            <a:prstGeom prst="rect">
              <a:avLst/>
            </a:prstGeom>
          </p:spPr>
        </p:pic>
        <p:pic>
          <p:nvPicPr>
            <p:cNvPr id="36" name="Picture 3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F5A8D455-88EA-ED97-A7EB-C62AB4B79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288" t="87112" r="59335" b="8381"/>
            <a:stretch/>
          </p:blipFill>
          <p:spPr>
            <a:xfrm rot="5400000">
              <a:off x="5689817" y="3183299"/>
              <a:ext cx="262466" cy="203201"/>
            </a:xfrm>
            <a:prstGeom prst="rect">
              <a:avLst/>
            </a:prstGeom>
          </p:spPr>
        </p:pic>
        <p:pic>
          <p:nvPicPr>
            <p:cNvPr id="37" name="Picture 36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D302D90C-4BF0-672F-C5F7-D5D35908F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7570" b="8381"/>
            <a:stretch/>
          </p:blipFill>
          <p:spPr>
            <a:xfrm rot="5400000">
              <a:off x="5666065" y="2256248"/>
              <a:ext cx="337804" cy="188543"/>
            </a:xfrm>
            <a:prstGeom prst="rect">
              <a:avLst/>
            </a:prstGeom>
          </p:spPr>
        </p:pic>
        <p:pic>
          <p:nvPicPr>
            <p:cNvPr id="38" name="Picture 3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A882748B-0D57-1D89-7DE3-20DB5A1D5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619" t="87112" r="35370" b="8381"/>
            <a:stretch/>
          </p:blipFill>
          <p:spPr>
            <a:xfrm rot="5400000">
              <a:off x="5626316" y="2723352"/>
              <a:ext cx="389467" cy="203201"/>
            </a:xfrm>
            <a:prstGeom prst="rect">
              <a:avLst/>
            </a:prstGeom>
          </p:spPr>
        </p:pic>
        <p:pic>
          <p:nvPicPr>
            <p:cNvPr id="39" name="Picture 38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C6A907D-4F0D-459B-E9C0-3A2CF3EE2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1656" t="87112" r="23551" b="8381"/>
            <a:stretch/>
          </p:blipFill>
          <p:spPr>
            <a:xfrm rot="5400000">
              <a:off x="5648702" y="1776935"/>
              <a:ext cx="372533" cy="203201"/>
            </a:xfrm>
            <a:prstGeom prst="rect">
              <a:avLst/>
            </a:prstGeom>
          </p:spPr>
        </p:pic>
        <p:pic>
          <p:nvPicPr>
            <p:cNvPr id="40" name="Picture 3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21755E16-5BA8-6564-E1B5-B1E732A98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47" t="87112" r="12223" b="8381"/>
            <a:stretch/>
          </p:blipFill>
          <p:spPr>
            <a:xfrm rot="5400000">
              <a:off x="5671117" y="1327330"/>
              <a:ext cx="313266" cy="203201"/>
            </a:xfrm>
            <a:prstGeom prst="rect">
              <a:avLst/>
            </a:prstGeom>
          </p:spPr>
        </p:pic>
        <p:pic>
          <p:nvPicPr>
            <p:cNvPr id="41" name="Picture 40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5348E423-44D5-11C5-1592-E058740D4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5677077" y="848351"/>
              <a:ext cx="227947" cy="208693"/>
            </a:xfrm>
            <a:prstGeom prst="rect">
              <a:avLst/>
            </a:prstGeom>
          </p:spPr>
        </p:pic>
        <p:pic>
          <p:nvPicPr>
            <p:cNvPr id="42" name="Picture 4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809639D1-7329-A589-3394-23FCEBBA0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6095659" y="5018895"/>
              <a:ext cx="203869" cy="173882"/>
            </a:xfrm>
            <a:prstGeom prst="rect">
              <a:avLst/>
            </a:prstGeom>
          </p:spPr>
        </p:pic>
        <p:pic>
          <p:nvPicPr>
            <p:cNvPr id="43" name="Picture 4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CE7EC3BC-765F-C374-4E5E-AE2A3C0C0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611" t="87437" r="83357" b="8382"/>
            <a:stretch/>
          </p:blipFill>
          <p:spPr>
            <a:xfrm rot="5400000">
              <a:off x="6572554" y="4995682"/>
              <a:ext cx="235630" cy="188546"/>
            </a:xfrm>
            <a:prstGeom prst="rect">
              <a:avLst/>
            </a:prstGeom>
          </p:spPr>
        </p:pic>
        <p:pic>
          <p:nvPicPr>
            <p:cNvPr id="44" name="Picture 4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8B11A992-D503-A09B-DD13-E5350CC4F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7030533" y="5020273"/>
              <a:ext cx="254000" cy="203201"/>
            </a:xfrm>
            <a:prstGeom prst="rect">
              <a:avLst/>
            </a:prstGeom>
          </p:spPr>
        </p:pic>
        <p:pic>
          <p:nvPicPr>
            <p:cNvPr id="45" name="Picture 44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561A2FDD-B06C-B3EE-37D8-A4A925E57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697" t="87601" r="59846" b="9621"/>
            <a:stretch/>
          </p:blipFill>
          <p:spPr>
            <a:xfrm rot="5400000">
              <a:off x="7531228" y="5054115"/>
              <a:ext cx="191001" cy="125263"/>
            </a:xfrm>
            <a:prstGeom prst="rect">
              <a:avLst/>
            </a:prstGeom>
          </p:spPr>
        </p:pic>
        <p:pic>
          <p:nvPicPr>
            <p:cNvPr id="46" name="Picture 4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D1DE871E-40B3-3640-8EDE-6DAD10DB2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8184" b="8381"/>
            <a:stretch/>
          </p:blipFill>
          <p:spPr>
            <a:xfrm rot="5400000">
              <a:off x="8456619" y="4960364"/>
              <a:ext cx="293480" cy="188545"/>
            </a:xfrm>
            <a:prstGeom prst="rect">
              <a:avLst/>
            </a:prstGeom>
          </p:spPr>
        </p:pic>
        <p:pic>
          <p:nvPicPr>
            <p:cNvPr id="47" name="Picture 46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717BFE23-4D33-D885-8945-33186E595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767" t="87112" r="36201" b="8381"/>
            <a:stretch/>
          </p:blipFill>
          <p:spPr>
            <a:xfrm rot="5400000">
              <a:off x="7978109" y="5011087"/>
              <a:ext cx="235630" cy="203202"/>
            </a:xfrm>
            <a:prstGeom prst="rect">
              <a:avLst/>
            </a:prstGeom>
          </p:spPr>
        </p:pic>
        <p:pic>
          <p:nvPicPr>
            <p:cNvPr id="48" name="Picture 4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B6163CDF-9AF8-6373-0A86-AD885C4FC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99" t="86762" r="24568" b="8381"/>
            <a:stretch/>
          </p:blipFill>
          <p:spPr>
            <a:xfrm rot="5400000">
              <a:off x="8934842" y="4988773"/>
              <a:ext cx="227946" cy="219003"/>
            </a:xfrm>
            <a:prstGeom prst="rect">
              <a:avLst/>
            </a:prstGeom>
          </p:spPr>
        </p:pic>
        <p:pic>
          <p:nvPicPr>
            <p:cNvPr id="49" name="Picture 48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6DC0975F-574C-DFB1-7ED2-A37078087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124" t="87112" r="12943" b="8381"/>
            <a:stretch/>
          </p:blipFill>
          <p:spPr>
            <a:xfrm rot="5400000">
              <a:off x="9421106" y="4988355"/>
              <a:ext cx="227947" cy="203200"/>
            </a:xfrm>
            <a:prstGeom prst="rect">
              <a:avLst/>
            </a:prstGeom>
          </p:spPr>
        </p:pic>
        <p:pic>
          <p:nvPicPr>
            <p:cNvPr id="50" name="Picture 4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FC1B14E8-D582-2487-FBF7-ABB3AE8BD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9857415" y="5017526"/>
              <a:ext cx="227947" cy="208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4904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A3681-200F-1DC7-695D-AA3BDCDF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08410B63-39C7-7359-B2EA-6394980C820C}"/>
              </a:ext>
            </a:extLst>
          </p:cNvPr>
          <p:cNvGrpSpPr/>
          <p:nvPr/>
        </p:nvGrpSpPr>
        <p:grpSpPr>
          <a:xfrm>
            <a:off x="1035138" y="1046747"/>
            <a:ext cx="9857451" cy="4764506"/>
            <a:chOff x="1419784" y="851506"/>
            <a:chExt cx="8497081" cy="3883682"/>
          </a:xfrm>
        </p:grpSpPr>
        <p:pic>
          <p:nvPicPr>
            <p:cNvPr id="17" name="Picture 16" descr="A blue and green squares&#10;&#10;AI-generated content may be incorrect.">
              <a:extLst>
                <a:ext uri="{FF2B5EF4-FFF2-40B4-BE49-F238E27FC236}">
                  <a16:creationId xmlns:a16="http://schemas.microsoft.com/office/drawing/2014/main" id="{937CBEC3-DC49-8D69-F3C7-129AC05E1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508" t="2934" r="2268" b="5332"/>
            <a:stretch/>
          </p:blipFill>
          <p:spPr>
            <a:xfrm>
              <a:off x="1663938" y="851506"/>
              <a:ext cx="8252927" cy="3556795"/>
            </a:xfrm>
            <a:prstGeom prst="rect">
              <a:avLst/>
            </a:prstGeom>
          </p:spPr>
        </p:pic>
        <p:pic>
          <p:nvPicPr>
            <p:cNvPr id="2" name="Picture 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48D5ED6D-3643-8AD9-E41D-26FF90FAA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1823867" y="4519089"/>
              <a:ext cx="203869" cy="173882"/>
            </a:xfrm>
            <a:prstGeom prst="rect">
              <a:avLst/>
            </a:prstGeom>
          </p:spPr>
        </p:pic>
        <p:pic>
          <p:nvPicPr>
            <p:cNvPr id="3" name="Picture 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AFCBA7A0-7400-4654-49DA-370FC8C18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611" t="87437" r="83357" b="8382"/>
            <a:stretch/>
          </p:blipFill>
          <p:spPr>
            <a:xfrm rot="5400000">
              <a:off x="2191334" y="4483006"/>
              <a:ext cx="235630" cy="188546"/>
            </a:xfrm>
            <a:prstGeom prst="rect">
              <a:avLst/>
            </a:prstGeom>
          </p:spPr>
        </p:pic>
        <p:pic>
          <p:nvPicPr>
            <p:cNvPr id="4" name="Picture 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09070C9C-5816-9697-0618-DEA24903D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2522083" y="4497736"/>
              <a:ext cx="254000" cy="203201"/>
            </a:xfrm>
            <a:prstGeom prst="rect">
              <a:avLst/>
            </a:prstGeom>
          </p:spPr>
        </p:pic>
        <p:pic>
          <p:nvPicPr>
            <p:cNvPr id="14" name="Picture 1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910A4EC2-0569-D7CC-F728-1C4C711C7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697" t="87601" r="59846" b="9621"/>
            <a:stretch/>
          </p:blipFill>
          <p:spPr>
            <a:xfrm rot="5400000">
              <a:off x="2939459" y="4536964"/>
              <a:ext cx="191001" cy="125263"/>
            </a:xfrm>
            <a:prstGeom prst="rect">
              <a:avLst/>
            </a:prstGeom>
          </p:spPr>
        </p:pic>
        <p:pic>
          <p:nvPicPr>
            <p:cNvPr id="16" name="Picture 1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335AB675-232F-2F8D-F46E-D783CF4F4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8184" b="8381"/>
            <a:stretch/>
          </p:blipFill>
          <p:spPr>
            <a:xfrm rot="5400000">
              <a:off x="3695860" y="4466954"/>
              <a:ext cx="293480" cy="188545"/>
            </a:xfrm>
            <a:prstGeom prst="rect">
              <a:avLst/>
            </a:prstGeom>
          </p:spPr>
        </p:pic>
        <p:pic>
          <p:nvPicPr>
            <p:cNvPr id="18" name="Picture 1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9C9E9B97-AC15-1D65-DDE3-54B060EAA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767" t="87112" r="36201" b="8381"/>
            <a:stretch/>
          </p:blipFill>
          <p:spPr>
            <a:xfrm rot="5400000">
              <a:off x="3316163" y="4488552"/>
              <a:ext cx="235630" cy="203202"/>
            </a:xfrm>
            <a:prstGeom prst="rect">
              <a:avLst/>
            </a:prstGeom>
          </p:spPr>
        </p:pic>
        <p:pic>
          <p:nvPicPr>
            <p:cNvPr id="20" name="Picture 1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C4B98144-8884-026F-EC54-854F1ADFF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99" t="86762" r="24568" b="8381"/>
            <a:stretch/>
          </p:blipFill>
          <p:spPr>
            <a:xfrm rot="5400000">
              <a:off x="4115255" y="4479633"/>
              <a:ext cx="227946" cy="219003"/>
            </a:xfrm>
            <a:prstGeom prst="rect">
              <a:avLst/>
            </a:prstGeom>
          </p:spPr>
        </p:pic>
        <p:pic>
          <p:nvPicPr>
            <p:cNvPr id="22" name="Picture 2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DADB8F3F-82DF-5FC2-3EED-9E32561AD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124" t="87112" r="12943" b="8381"/>
            <a:stretch/>
          </p:blipFill>
          <p:spPr>
            <a:xfrm rot="5400000">
              <a:off x="4493408" y="4479523"/>
              <a:ext cx="227947" cy="203200"/>
            </a:xfrm>
            <a:prstGeom prst="rect">
              <a:avLst/>
            </a:prstGeom>
          </p:spPr>
        </p:pic>
        <p:pic>
          <p:nvPicPr>
            <p:cNvPr id="23" name="Picture 2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1B6B9F8E-CFCC-021F-F85B-D5FAE834F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4866406" y="4516868"/>
              <a:ext cx="227947" cy="208693"/>
            </a:xfrm>
            <a:prstGeom prst="rect">
              <a:avLst/>
            </a:prstGeom>
          </p:spPr>
        </p:pic>
        <p:pic>
          <p:nvPicPr>
            <p:cNvPr id="24" name="Picture 2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FE690DA2-5AC7-33CB-448F-62358DDBB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5538377" y="4512904"/>
              <a:ext cx="203869" cy="173882"/>
            </a:xfrm>
            <a:prstGeom prst="rect">
              <a:avLst/>
            </a:prstGeom>
          </p:spPr>
        </p:pic>
        <p:pic>
          <p:nvPicPr>
            <p:cNvPr id="25" name="Picture 24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A9A7A83C-D8FB-F06E-97FE-BC1F414BB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611" t="87437" r="83357" b="8382"/>
            <a:stretch/>
          </p:blipFill>
          <p:spPr>
            <a:xfrm rot="5400000">
              <a:off x="5905844" y="4476821"/>
              <a:ext cx="235630" cy="188546"/>
            </a:xfrm>
            <a:prstGeom prst="rect">
              <a:avLst/>
            </a:prstGeom>
          </p:spPr>
        </p:pic>
        <p:pic>
          <p:nvPicPr>
            <p:cNvPr id="26" name="Picture 2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C46E793C-38BB-EA94-A810-26CB2ED93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6236593" y="4491551"/>
              <a:ext cx="254000" cy="203201"/>
            </a:xfrm>
            <a:prstGeom prst="rect">
              <a:avLst/>
            </a:prstGeom>
          </p:spPr>
        </p:pic>
        <p:pic>
          <p:nvPicPr>
            <p:cNvPr id="27" name="Picture 26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B8B66C91-0124-3856-872E-BA71CAA65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697" t="87601" r="59846" b="9621"/>
            <a:stretch/>
          </p:blipFill>
          <p:spPr>
            <a:xfrm rot="5400000">
              <a:off x="6653969" y="4530779"/>
              <a:ext cx="191001" cy="125263"/>
            </a:xfrm>
            <a:prstGeom prst="rect">
              <a:avLst/>
            </a:prstGeom>
          </p:spPr>
        </p:pic>
        <p:pic>
          <p:nvPicPr>
            <p:cNvPr id="28" name="Picture 2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C715F5E3-8508-6255-8C59-56F314273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8184" b="8381"/>
            <a:stretch/>
          </p:blipFill>
          <p:spPr>
            <a:xfrm rot="5400000">
              <a:off x="7410370" y="4460769"/>
              <a:ext cx="293480" cy="188545"/>
            </a:xfrm>
            <a:prstGeom prst="rect">
              <a:avLst/>
            </a:prstGeom>
          </p:spPr>
        </p:pic>
        <p:pic>
          <p:nvPicPr>
            <p:cNvPr id="29" name="Picture 28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D50ED654-4AE8-6A74-35BE-99371F90D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767" t="87112" r="36201" b="8381"/>
            <a:stretch/>
          </p:blipFill>
          <p:spPr>
            <a:xfrm rot="5400000">
              <a:off x="7030673" y="4482367"/>
              <a:ext cx="235630" cy="203202"/>
            </a:xfrm>
            <a:prstGeom prst="rect">
              <a:avLst/>
            </a:prstGeom>
          </p:spPr>
        </p:pic>
        <p:pic>
          <p:nvPicPr>
            <p:cNvPr id="30" name="Picture 2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02B0881B-62A8-F612-3B0F-BC9CBB4C2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99" t="86762" r="24568" b="8381"/>
            <a:stretch/>
          </p:blipFill>
          <p:spPr>
            <a:xfrm rot="5400000">
              <a:off x="7829765" y="4473448"/>
              <a:ext cx="227946" cy="219003"/>
            </a:xfrm>
            <a:prstGeom prst="rect">
              <a:avLst/>
            </a:prstGeom>
          </p:spPr>
        </p:pic>
        <p:pic>
          <p:nvPicPr>
            <p:cNvPr id="31" name="Picture 30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A9312D5D-D8F0-F777-DA52-8418252BC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124" t="87112" r="12943" b="8381"/>
            <a:stretch/>
          </p:blipFill>
          <p:spPr>
            <a:xfrm rot="5400000">
              <a:off x="8207918" y="4473338"/>
              <a:ext cx="227947" cy="203200"/>
            </a:xfrm>
            <a:prstGeom prst="rect">
              <a:avLst/>
            </a:prstGeom>
          </p:spPr>
        </p:pic>
        <p:pic>
          <p:nvPicPr>
            <p:cNvPr id="32" name="Picture 3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E1EDCEB4-A112-D774-48B9-6C1572AF9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8580916" y="4510683"/>
              <a:ext cx="227947" cy="208693"/>
            </a:xfrm>
            <a:prstGeom prst="rect">
              <a:avLst/>
            </a:prstGeom>
          </p:spPr>
        </p:pic>
        <p:pic>
          <p:nvPicPr>
            <p:cNvPr id="33" name="Picture 3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7D6F4012-56F0-F93B-AA2F-87B848171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1460402" y="4146851"/>
              <a:ext cx="203869" cy="173882"/>
            </a:xfrm>
            <a:prstGeom prst="rect">
              <a:avLst/>
            </a:prstGeom>
          </p:spPr>
        </p:pic>
        <p:pic>
          <p:nvPicPr>
            <p:cNvPr id="34" name="Picture 3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0C400AAC-B2C6-E0B3-E636-B46F276A7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867" t="87112" r="82479" b="8382"/>
            <a:stretch/>
          </p:blipFill>
          <p:spPr>
            <a:xfrm rot="5400000">
              <a:off x="1366808" y="3734816"/>
              <a:ext cx="361740" cy="203200"/>
            </a:xfrm>
            <a:prstGeom prst="rect">
              <a:avLst/>
            </a:prstGeom>
          </p:spPr>
        </p:pic>
        <p:pic>
          <p:nvPicPr>
            <p:cNvPr id="35" name="Picture 34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D0193327-6A37-0766-99BB-A2D6B064B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1394385" y="3312375"/>
              <a:ext cx="254000" cy="203201"/>
            </a:xfrm>
            <a:prstGeom prst="rect">
              <a:avLst/>
            </a:prstGeom>
          </p:spPr>
        </p:pic>
        <p:pic>
          <p:nvPicPr>
            <p:cNvPr id="36" name="Picture 3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12C06C1E-C569-6A8E-CB7F-293320476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288" t="87112" r="59335" b="8381"/>
            <a:stretch/>
          </p:blipFill>
          <p:spPr>
            <a:xfrm rot="5400000">
              <a:off x="1416444" y="2935720"/>
              <a:ext cx="262466" cy="203201"/>
            </a:xfrm>
            <a:prstGeom prst="rect">
              <a:avLst/>
            </a:prstGeom>
          </p:spPr>
        </p:pic>
        <p:pic>
          <p:nvPicPr>
            <p:cNvPr id="37" name="Picture 36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A807542A-8916-EE24-2D53-8AEE5A70B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7570" b="8381"/>
            <a:stretch/>
          </p:blipFill>
          <p:spPr>
            <a:xfrm rot="5400000">
              <a:off x="1400764" y="2180304"/>
              <a:ext cx="337804" cy="188543"/>
            </a:xfrm>
            <a:prstGeom prst="rect">
              <a:avLst/>
            </a:prstGeom>
          </p:spPr>
        </p:pic>
        <p:pic>
          <p:nvPicPr>
            <p:cNvPr id="38" name="Picture 3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A367DAA8-3A85-751C-36CA-C312881BA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619" t="87112" r="35370" b="8381"/>
            <a:stretch/>
          </p:blipFill>
          <p:spPr>
            <a:xfrm rot="5400000">
              <a:off x="1352944" y="2560991"/>
              <a:ext cx="389467" cy="203201"/>
            </a:xfrm>
            <a:prstGeom prst="rect">
              <a:avLst/>
            </a:prstGeom>
          </p:spPr>
        </p:pic>
        <p:pic>
          <p:nvPicPr>
            <p:cNvPr id="39" name="Picture 38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4B395BF8-2F3E-0FAB-159C-DEDC84D6B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1656" t="87112" r="23551" b="8381"/>
            <a:stretch/>
          </p:blipFill>
          <p:spPr>
            <a:xfrm rot="5400000">
              <a:off x="1366908" y="1803204"/>
              <a:ext cx="372533" cy="203201"/>
            </a:xfrm>
            <a:prstGeom prst="rect">
              <a:avLst/>
            </a:prstGeom>
          </p:spPr>
        </p:pic>
        <p:pic>
          <p:nvPicPr>
            <p:cNvPr id="40" name="Picture 3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6804889A-0FD8-9A5F-E184-EE953B7D1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47" t="87112" r="12223" b="8381"/>
            <a:stretch/>
          </p:blipFill>
          <p:spPr>
            <a:xfrm rot="5400000">
              <a:off x="1391043" y="1429770"/>
              <a:ext cx="313266" cy="203201"/>
            </a:xfrm>
            <a:prstGeom prst="rect">
              <a:avLst/>
            </a:prstGeom>
          </p:spPr>
        </p:pic>
        <p:pic>
          <p:nvPicPr>
            <p:cNvPr id="41" name="Picture 40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F2206ADE-9D34-36B5-769F-5C1AC51BA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1412850" y="1055566"/>
              <a:ext cx="227947" cy="208693"/>
            </a:xfrm>
            <a:prstGeom prst="rect">
              <a:avLst/>
            </a:prstGeom>
          </p:spPr>
        </p:pic>
        <p:pic>
          <p:nvPicPr>
            <p:cNvPr id="42" name="Picture 41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9B27781E-2B71-ADE9-C063-D4B48CB00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25" t="87038" r="94852" b="9104"/>
            <a:stretch/>
          </p:blipFill>
          <p:spPr>
            <a:xfrm rot="5400000">
              <a:off x="5241526" y="4195613"/>
              <a:ext cx="203869" cy="173882"/>
            </a:xfrm>
            <a:prstGeom prst="rect">
              <a:avLst/>
            </a:prstGeom>
          </p:spPr>
        </p:pic>
        <p:pic>
          <p:nvPicPr>
            <p:cNvPr id="43" name="Picture 42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D5097D02-02F0-F86E-398B-422D319B8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867" t="87112" r="82479" b="8382"/>
            <a:stretch/>
          </p:blipFill>
          <p:spPr>
            <a:xfrm rot="5400000">
              <a:off x="5147932" y="3783578"/>
              <a:ext cx="361740" cy="203200"/>
            </a:xfrm>
            <a:prstGeom prst="rect">
              <a:avLst/>
            </a:prstGeom>
          </p:spPr>
        </p:pic>
        <p:pic>
          <p:nvPicPr>
            <p:cNvPr id="44" name="Picture 43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50E478C5-24AD-2880-3030-4D806BF49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633" t="87112" r="71099" b="8381"/>
            <a:stretch/>
          </p:blipFill>
          <p:spPr>
            <a:xfrm rot="5400000">
              <a:off x="5175509" y="3361137"/>
              <a:ext cx="254000" cy="203201"/>
            </a:xfrm>
            <a:prstGeom prst="rect">
              <a:avLst/>
            </a:prstGeom>
          </p:spPr>
        </p:pic>
        <p:pic>
          <p:nvPicPr>
            <p:cNvPr id="45" name="Picture 44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6884B2D5-8E6D-6DC2-E53B-F9D02C90A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288" t="87112" r="59335" b="8381"/>
            <a:stretch/>
          </p:blipFill>
          <p:spPr>
            <a:xfrm rot="5400000">
              <a:off x="5197568" y="2984482"/>
              <a:ext cx="262466" cy="203201"/>
            </a:xfrm>
            <a:prstGeom prst="rect">
              <a:avLst/>
            </a:prstGeom>
          </p:spPr>
        </p:pic>
        <p:pic>
          <p:nvPicPr>
            <p:cNvPr id="46" name="Picture 45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F35DD2BA-3E02-FDD0-C733-22C3EF5EC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746" t="87112" r="47570" b="8381"/>
            <a:stretch/>
          </p:blipFill>
          <p:spPr>
            <a:xfrm rot="5400000">
              <a:off x="5181888" y="2229066"/>
              <a:ext cx="337804" cy="188543"/>
            </a:xfrm>
            <a:prstGeom prst="rect">
              <a:avLst/>
            </a:prstGeom>
          </p:spPr>
        </p:pic>
        <p:pic>
          <p:nvPicPr>
            <p:cNvPr id="47" name="Picture 46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B18D2D11-0750-1305-12F7-1263D95E0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619" t="87112" r="35370" b="8381"/>
            <a:stretch/>
          </p:blipFill>
          <p:spPr>
            <a:xfrm rot="5400000">
              <a:off x="5134068" y="2609753"/>
              <a:ext cx="389467" cy="203201"/>
            </a:xfrm>
            <a:prstGeom prst="rect">
              <a:avLst/>
            </a:prstGeom>
          </p:spPr>
        </p:pic>
        <p:pic>
          <p:nvPicPr>
            <p:cNvPr id="48" name="Picture 47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8A2B21B9-B265-7498-38F3-C6FEAB89C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1656" t="87112" r="23551" b="8381"/>
            <a:stretch/>
          </p:blipFill>
          <p:spPr>
            <a:xfrm rot="5400000">
              <a:off x="5148032" y="1851966"/>
              <a:ext cx="372533" cy="203201"/>
            </a:xfrm>
            <a:prstGeom prst="rect">
              <a:avLst/>
            </a:prstGeom>
          </p:spPr>
        </p:pic>
        <p:pic>
          <p:nvPicPr>
            <p:cNvPr id="49" name="Picture 48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FC371F5C-2094-6043-564B-D0B910EC2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47" t="87112" r="12223" b="8381"/>
            <a:stretch/>
          </p:blipFill>
          <p:spPr>
            <a:xfrm rot="5400000">
              <a:off x="5172167" y="1478532"/>
              <a:ext cx="313266" cy="203201"/>
            </a:xfrm>
            <a:prstGeom prst="rect">
              <a:avLst/>
            </a:prstGeom>
          </p:spPr>
        </p:pic>
        <p:pic>
          <p:nvPicPr>
            <p:cNvPr id="50" name="Picture 49" descr="A graph with a number of squares&#10;&#10;AI-generated content may be incorrect.">
              <a:extLst>
                <a:ext uri="{FF2B5EF4-FFF2-40B4-BE49-F238E27FC236}">
                  <a16:creationId xmlns:a16="http://schemas.microsoft.com/office/drawing/2014/main" id="{D7AEEFB4-6A81-736C-AEC5-0B4D0189E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437" t="87112" r="630" b="8260"/>
            <a:stretch/>
          </p:blipFill>
          <p:spPr>
            <a:xfrm rot="5400000">
              <a:off x="5193974" y="1104328"/>
              <a:ext cx="227947" cy="208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9703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 Allen</dc:creator>
  <cp:lastModifiedBy>Emma Allen</cp:lastModifiedBy>
  <cp:revision>4</cp:revision>
  <dcterms:created xsi:type="dcterms:W3CDTF">2025-07-29T19:42:41Z</dcterms:created>
  <dcterms:modified xsi:type="dcterms:W3CDTF">2025-08-05T19:54:24Z</dcterms:modified>
</cp:coreProperties>
</file>